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BAC10-4AB1-4FA6-8EEC-91E023E1C1F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74239-F2A5-4F7B-953A-55E60D774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23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slide: ask the audience how many games they think are possible before revealing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CFF1-AD13-0A1D-679D-738F125C9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38BC8-5D63-33A6-267E-BB9844814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2081E-0081-2EC0-7C7A-7B688D5B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6BF0-9C7E-11A4-EB91-B8C12FB2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1E638-3993-4B7B-C831-C55B1579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9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2B70-D127-6E5D-0DF9-DF50CAA8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0E70-D3AD-0C07-57EE-E0129ED0A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96A1-D4B6-3D6D-7CD4-CC85A117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9CBEB-DB6D-3C50-C683-4E055704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34EB2-6C57-327A-D0AE-C02A377D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1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6402-92F2-16AD-3F6C-FD4D1767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28D3E-3616-D451-A419-C16420749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DCC9F-463D-40FD-CA10-AC731922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D8FA5-6317-C4FB-F845-7E50F4F2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FDD6-7011-CD26-DF7C-AF85EAEF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1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1EBE-E856-0472-91AB-A2B2BCF7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C6F8-F95A-6DED-A47D-D919CBB90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8F032-2672-A7FF-65EC-22F9F07B9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EA9AF-65A5-3093-47BA-9ACAB2F0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77996-5A00-925E-E54B-CE04727C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DB3EB-60FA-3F47-F8A4-1FFEDE2E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2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C632-9E9B-3912-EC78-368B770E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105E3-03CF-B3DD-055C-7AF0C659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B092B-70FE-B26B-7C0B-D4F67773A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605FD-D92C-6A99-BF28-941916223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A9D99-9464-810D-BA82-658AA7E4B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0BB9E-EB84-3A7F-7CAB-6EB8468A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C4AC7-7FD9-AB62-4EDF-AA11239E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917549-55B3-E2C6-F30F-8606AEB1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4847-E11F-92BA-37B0-3212B27A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666A3-2959-FF31-3A71-00D36974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FDC0A-A20C-9EC7-181B-E3C74679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EFD87-3E76-9CE3-E17D-D4871E98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8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CC9B5-6A83-4E03-2347-15B717FC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EFB5F-376A-7AC2-FDC4-2736AD36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4E74-7858-FF00-CAFC-764F5900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4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4A88-E1D6-0100-A180-28F806F7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6CCF-467C-13E9-8778-73F9A030C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0E3CD-ADEB-A6B4-1ADB-F905884C3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612AB-E41C-5262-7E4F-FE9A8CE0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CF16D-D0DC-2798-6766-CC9107DB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5D96E-B527-5D42-6977-F02E57CF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9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9B6D-08FA-55F3-864F-959907AA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54CAA3-E360-FED8-E8F4-E0EC8E330AD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55FFE-33F9-D8D0-85FD-ABB6DC9B8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1BB8E-C469-094E-015D-065FFE17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09C90-567C-BEBC-364B-4A74D502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27007-5F3C-EC21-B4D3-AD21C6BA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5AA6-F328-4AD1-E76E-5ECA9968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A2380-54FC-B8B2-ADED-77EBF8A10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B3D2-94C7-FF0B-106C-83A23578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8E5D-541F-66CE-4430-FF5D7DAD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6AB3-307E-CAC2-7D71-4DF0CB4D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8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9A87A-152B-7F22-710A-AB1D36483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70428-882D-F983-6450-C94F2C0F9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0410F-F468-D2DF-E2FB-6D5E3AF0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C075A-E41C-803C-42FC-95BE09DB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6427-CADD-557C-F9FB-3F95E51D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28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799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1B89E-7E38-F7E8-A5DC-8DEFBE3A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C7009-1143-AF5C-A875-6CDCFB28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C5771-A7D1-5B96-CFA3-E17126C74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DE7D8-4D5E-4761-9911-AB49BB54B74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6BFF-B000-FA73-C0BB-68074DDE8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66843-126D-6C31-A559-7A79C9BDC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71FD7-DD9E-405E-94B5-A86AC5E3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5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nt tic-tac-toe grid with X and O marks"/>
          <p:cNvPicPr>
            <a:picLocks noChangeAspect="1"/>
          </p:cNvPicPr>
          <p:nvPr/>
        </p:nvPicPr>
        <p:blipFill>
          <a:blip r:embed="rId3">
            <a:alphaModFix amt="16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nimated X mar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37800" y="254000"/>
            <a:ext cx="406400" cy="406400"/>
          </a:xfrm>
          <a:prstGeom prst="rect">
            <a:avLst/>
          </a:prstGeom>
        </p:spPr>
      </p:pic>
      <p:pic>
        <p:nvPicPr>
          <p:cNvPr id="4" name="Image 2" descr="Animated O mar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72800" y="254000"/>
            <a:ext cx="406400" cy="406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12800" y="126111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4DA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🎮 SOFTWARE ENGINEERING PROJECT PRESENTATION</a:t>
            </a:r>
            <a:endParaRPr lang="en-US" sz="1400" dirty="0"/>
          </a:p>
        </p:txBody>
      </p:sp>
      <p:sp>
        <p:nvSpPr>
          <p:cNvPr id="6" name="Text 1"/>
          <p:cNvSpPr>
            <a:spLocks noGrp="1"/>
          </p:cNvSpPr>
          <p:nvPr>
            <p:ph type="title"/>
          </p:nvPr>
        </p:nvSpPr>
        <p:spPr>
          <a:xfrm>
            <a:off x="812800" y="176403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Two-Player </a:t>
            </a:r>
            <a:r>
              <a:rPr lang="en-US" sz="5200" b="1" i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</a:t>
            </a:r>
            <a:r>
              <a:rPr lang="en-US" sz="5200" b="1" i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r>
              <a:rPr lang="en-US" sz="5200" b="1" i="0" dirty="0">
                <a:solidFill>
                  <a:srgbClr val="4DA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</a:t>
            </a:r>
            <a:r>
              <a:rPr lang="en-US" sz="5200" b="1" i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r>
              <a:rPr lang="en-US" sz="5200" b="1" i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Toe</a:t>
            </a:r>
            <a:r>
              <a:rPr lang="en-US" sz="5200" b="1" i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Game</a:t>
            </a:r>
            <a:endParaRPr lang="en-US" sz="5200" dirty="0"/>
          </a:p>
        </p:txBody>
      </p:sp>
      <p:sp>
        <p:nvSpPr>
          <p:cNvPr id="7" name="Text 2"/>
          <p:cNvSpPr/>
          <p:nvPr/>
        </p:nvSpPr>
        <p:spPr>
          <a:xfrm>
            <a:off x="812800" y="340487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Architecture  |  Clean Input Validation  |  Real-Time Rendering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812800" y="397891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Agile Avengers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12800" y="462407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Members:</a:t>
            </a: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Muntasir Mamun Fahim · S.M. Nahiyan Rahman Akib · Bishal Saha · Ishtiaq Ahmed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12800" y="514477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CSE 115.4 Programming Language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12800" y="6353175"/>
            <a:ext cx="105664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12800" y="644398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2</a:t>
            </a:r>
            <a:r>
              <a:rPr lang="en-US" sz="11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 |  Muntasir Mamun Fahim · S.M. Nahiyan Rahman Akib · Bishal Saha · Ishtiaq Ahmed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nt tic-tac-toe grid with X and O marks"/>
          <p:cNvPicPr>
            <a:picLocks noChangeAspect="1"/>
          </p:cNvPicPr>
          <p:nvPr/>
        </p:nvPicPr>
        <p:blipFill>
          <a:blip r:embed="rId3">
            <a:alphaModFix amt="16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nimated X mar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17000" y="1270000"/>
            <a:ext cx="1651000" cy="1651000"/>
          </a:xfrm>
          <a:prstGeom prst="rect">
            <a:avLst/>
          </a:prstGeom>
        </p:spPr>
      </p:pic>
      <p:pic>
        <p:nvPicPr>
          <p:cNvPr id="4" name="Image 2" descr="Animated O mar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29500" y="3048000"/>
            <a:ext cx="1460500" cy="1460500"/>
          </a:xfrm>
          <a:prstGeom prst="rect">
            <a:avLst/>
          </a:prstGeom>
        </p:spPr>
      </p:pic>
      <p:pic>
        <p:nvPicPr>
          <p:cNvPr id="5" name="Image 3" descr="Animated X mar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98000" y="4572000"/>
            <a:ext cx="889000" cy="889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12800" y="158908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YOU KNOW?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812800" y="2102168"/>
            <a:ext cx="10883392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255,168</a:t>
            </a:r>
            <a:endParaRPr lang="en-US" sz="7500" dirty="0"/>
          </a:p>
        </p:txBody>
      </p:sp>
      <p:sp>
        <p:nvSpPr>
          <p:cNvPr id="8" name="Text 2"/>
          <p:cNvSpPr/>
          <p:nvPr/>
        </p:nvSpPr>
        <p:spPr>
          <a:xfrm>
            <a:off x="812800" y="3330893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possible Tic-Tac-Toe games fit on just </a:t>
            </a:r>
            <a:r>
              <a:rPr lang="en-US" sz="2200" b="1" dirty="0">
                <a:solidFill>
                  <a:srgbClr val="4DA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squares</a:t>
            </a:r>
            <a:r>
              <a:rPr lang="en-US" sz="2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Shape 3"/>
          <p:cNvSpPr/>
          <p:nvPr/>
        </p:nvSpPr>
        <p:spPr>
          <a:xfrm>
            <a:off x="815975" y="3953828"/>
            <a:ext cx="5175250" cy="1108710"/>
          </a:xfrm>
          <a:prstGeom prst="roundRect">
            <a:avLst>
              <a:gd name="adj" fmla="val 88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/>
          <p:nvPr/>
        </p:nvSpPr>
        <p:spPr>
          <a:xfrm>
            <a:off x="1071880" y="4209733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5,478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1071880" y="4557713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board positions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200775" y="3953828"/>
            <a:ext cx="5175250" cy="1108710"/>
          </a:xfrm>
          <a:prstGeom prst="roundRect">
            <a:avLst>
              <a:gd name="adj" fmla="val 88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>
            <a:spLocks noGrp="1"/>
          </p:cNvSpPr>
          <p:nvPr>
            <p:ph type="title"/>
          </p:nvPr>
        </p:nvSpPr>
        <p:spPr>
          <a:xfrm>
            <a:off x="6456680" y="4209733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i="0" dirty="0">
                <a:solidFill>
                  <a:srgbClr val="4DA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a draw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456680" y="4557713"/>
            <a:ext cx="4803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both players play perfectly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12800" y="6353175"/>
            <a:ext cx="105664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812800" y="644398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2</a:t>
            </a:r>
            <a:r>
              <a:rPr lang="en-US" sz="11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 |  Muntasir Mamun Fahim · S.M. Nahiyan Rahman Akib · Bishal Saha · Ishtiaq Ahmed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nt tic-tac-toe grid with X and O marks"/>
          <p:cNvPicPr>
            <a:picLocks noChangeAspect="1"/>
          </p:cNvPicPr>
          <p:nvPr/>
        </p:nvPicPr>
        <p:blipFill>
          <a:blip r:embed="rId3">
            <a:alphaModFix amt="16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nimated X mar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37800" y="177800"/>
            <a:ext cx="406400" cy="406400"/>
          </a:xfrm>
          <a:prstGeom prst="rect">
            <a:avLst/>
          </a:prstGeom>
        </p:spPr>
      </p:pic>
      <p:pic>
        <p:nvPicPr>
          <p:cNvPr id="4" name="Image 2" descr="Animated O mar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72800" y="177800"/>
            <a:ext cx="406400" cy="40640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&amp; Core Features</a:t>
            </a:r>
            <a:endParaRPr lang="en-US" sz="3200" dirty="0"/>
          </a:p>
        </p:txBody>
      </p:sp>
      <p:sp>
        <p:nvSpPr>
          <p:cNvPr id="6" name="Text 1"/>
          <p:cNvSpPr/>
          <p:nvPr/>
        </p:nvSpPr>
        <p:spPr>
          <a:xfrm>
            <a:off x="812800" y="1564641"/>
            <a:ext cx="1088339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console-based, two-player</a:t>
            </a: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game: </a:t>
            </a:r>
            <a:r>
              <a:rPr lang="en-US" sz="16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600" b="1" dirty="0">
                <a:solidFill>
                  <a:srgbClr val="4DA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take turns on a 3x3 grid until someone wins or the board fills.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815975" y="2146936"/>
            <a:ext cx="3380264" cy="1579880"/>
          </a:xfrm>
          <a:prstGeom prst="roundRect">
            <a:avLst>
              <a:gd name="adj" fmla="val 623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1071880" y="2402841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Modularity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071880" y="2750820"/>
            <a:ext cx="2954507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functions for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setup and display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handling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win/tie logic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loop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4405789" y="2146936"/>
            <a:ext cx="3380343" cy="1579880"/>
          </a:xfrm>
          <a:prstGeom prst="roundRect">
            <a:avLst>
              <a:gd name="adj" fmla="val 623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4661694" y="2402841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Input Validation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4661694" y="2750820"/>
            <a:ext cx="295458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out-of-range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choices and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occupied tiles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the board changes.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995682" y="2146936"/>
            <a:ext cx="3380343" cy="1579880"/>
          </a:xfrm>
          <a:prstGeom prst="roundRect">
            <a:avLst>
              <a:gd name="adj" fmla="val 623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8251587" y="2402841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DA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Real-Time Rendering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51587" y="2750820"/>
            <a:ext cx="295458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board is </a:t>
            </a:r>
            <a:r>
              <a:rPr lang="en-US" sz="1400" b="1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redrawn instantly</a:t>
            </a:r>
            <a:r>
              <a:rPr lang="en-US" sz="14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every move, so feedback is immediate.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800" y="6353175"/>
            <a:ext cx="105664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12800" y="644398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2</a:t>
            </a:r>
            <a:r>
              <a:rPr lang="en-US" sz="1100" dirty="0">
                <a:solidFill>
                  <a:srgbClr val="9AA4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 |  Muntasir Mamun Fahim · S.M. Nahiyan Rahman Akib · Bishal Saha · Ishtiaq Ahmed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237</Words>
  <Application>Microsoft Office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Classic Two-Player Tic-Tac-Toe Game</vt:lpstr>
      <vt:lpstr>Always a draw</vt:lpstr>
      <vt:lpstr>Project Overview &amp; Core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k548</dc:creator>
  <cp:lastModifiedBy>k548</cp:lastModifiedBy>
  <cp:revision>1</cp:revision>
  <dcterms:created xsi:type="dcterms:W3CDTF">2026-10-24T04:19:02Z</dcterms:created>
  <dcterms:modified xsi:type="dcterms:W3CDTF">2026-10-24T04:21:30Z</dcterms:modified>
</cp:coreProperties>
</file>